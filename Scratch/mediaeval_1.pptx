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F8C146-A282-12BC-8334-3A742FC3B3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B753086-1B15-FC7E-68AA-E97AFACAC3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69F23AF-C475-4622-2A48-921BFE4B4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505C529-4C51-92B8-26A6-8E1A036BB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26CC04-158B-CBB7-E3C0-08E58EA2F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1268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B0CA98-3768-C53A-993A-B61FE6994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D8C41D0-8E11-E725-281C-74030F96E4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73B8E05-EFE6-93B0-E3FF-8E5E8D6F0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75860F4-E50E-CCC0-D744-059285498C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CB44FCE-375C-E913-119F-448A12E40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5926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70978A-3D7A-CDD5-F1C1-FD94D2982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4CD7E2C-1709-5802-072E-82630E4509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E132DEC-F1AB-DFD5-CE43-D3CCC42F0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949E55-C4C1-94EA-0B76-EAD8581AD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C1C3EA9-79CC-A8C2-DAC4-0E22A325B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1810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A7A46D3-9F19-F53F-32FE-A4254AF29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55D61E-9090-DCDD-4F47-8F631651557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ACDD719-4E31-797A-16BF-E16CCC9F3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93E1DE9-1959-02F9-1CAA-514989104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A492D12-DAE0-2FC0-F112-F41C622B6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EACECD4-676C-67FC-0E82-DB0DDE7DB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6610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BAD462-F8C0-DA9E-D03D-8ED542D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54EFB26-88F1-2BCC-9192-EE8182E90C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1961153-00B7-3E99-F8B4-B52CFEF4D7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E2C8ABC-D235-E941-60FC-D6FDB05D64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8BB41DB-1C13-B43A-717C-ED9C825189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60F60914-D9F0-B66B-7407-7BCD3AADB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6FC20A1-03F9-CB27-20F9-D10ED710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BAA9920-A500-F420-FFD6-0996A5D37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479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17B5E-C5BB-F72B-2C10-25D40BF3C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6CA87E4-6B9E-6A9B-76DB-265A37311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F0509A3-BC80-1FD7-6D0A-5B0919752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3ED5E52-6997-B6B6-BAA4-FD01944F9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0020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0659A15-5729-1E05-B35D-4213D4A6CD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4F5C88E-2C57-1682-3A0F-43B42A569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BD3B75-E674-1D88-6F10-F83C23E8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31433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593DAF3-00CB-D02D-991F-CB004B2C8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DA090D-009E-FBED-7EFE-807AFE25B1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3BAC99-CB65-69DA-8CA5-AD3F0CBF53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36AA172-04EE-9E27-5E33-F837114CE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EA4AC50-474A-5D3F-B2A8-C980179F8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1045044-85C5-76BB-60DC-425855985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62719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D1CDF6-A525-8967-075A-762313FCA1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3183E577-A262-51F0-BFCA-3F97BD94C4F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8A0F46-9B5F-7BDC-C157-0ADBBA05BC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88DFC50-5D92-E789-606E-9F823AF19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AEBC9E-FEF2-DAD3-A3B3-3369C8CC7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6A2AE72-EC0C-FE94-AF42-B0B27FB11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5894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6FEAC1-C866-B0B3-BDD3-518976BB5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4FB0C05-C91F-AC6A-8D8C-0F503B32E4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769FE42-5419-6A2F-50E8-1DEA47617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9532F3-B658-008D-DBCA-6C89CC9F1A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9012028-97BC-FCB4-19E9-F263F36AA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74802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ABC3348-C366-CC32-5879-59113B77D7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E5B1B3C-1F50-F190-AEA1-A4F2EEDB2E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897F556-C1B5-5ABF-B41B-6B479718B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03959FE-03CD-6710-6BF1-954E342250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4E157E-9ED8-83F6-20CE-6CF7D50B2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95771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72FC29-597B-F1A6-88FB-869E1F857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626379C-C471-4929-8411-2FF331DB5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B836BB-1945-D87F-7868-B10DC6AC1F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21EC0-F9B2-4C9A-B635-D32359F0F3C4}" type="datetimeFigureOut">
              <a:rPr lang="ru-RU" smtClean="0"/>
              <a:t>06.12.2025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CE059DA-067B-C247-4A9D-E37CAAADF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4CA6722-259F-8D22-8C42-6E741A30C2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98BCAD-B318-4CF9-A5F0-06E6B0521D5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6439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ECB614-6A85-4618-6E15-FB9F6B2D13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355" y="145974"/>
            <a:ext cx="2886075" cy="62960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C6A6121-83D9-6C1B-321C-A6ED51628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3284" y="615609"/>
            <a:ext cx="2590800" cy="491490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3F293C8-0645-1B0B-1B49-5A59B23F98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5711" y="615609"/>
            <a:ext cx="2821517" cy="49149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0B3AB8F-58CD-1FC2-DD57-504D1D87A3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86717" y="615609"/>
            <a:ext cx="2818994" cy="4914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928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378A4EC-908B-24B3-E64E-6DAB8E2D45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01" y="357187"/>
            <a:ext cx="3800475" cy="614362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F67B4C9-35FA-CDF6-BD09-3257961343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712" y="1022913"/>
            <a:ext cx="3076575" cy="450532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537764D-2038-2D05-E2C2-FD259FA09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6125" y="1073480"/>
            <a:ext cx="3114675" cy="4600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383336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0</Words>
  <Application>Microsoft Office PowerPoint</Application>
  <PresentationFormat>Широкоэкранный</PresentationFormat>
  <Paragraphs>0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Star Lex</dc:creator>
  <cp:lastModifiedBy>Star Lex</cp:lastModifiedBy>
  <cp:revision>3</cp:revision>
  <cp:lastPrinted>2025-12-06T09:48:42Z</cp:lastPrinted>
  <dcterms:created xsi:type="dcterms:W3CDTF">2025-12-06T06:14:13Z</dcterms:created>
  <dcterms:modified xsi:type="dcterms:W3CDTF">2025-12-06T09:50:49Z</dcterms:modified>
</cp:coreProperties>
</file>