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F8C146-A282-12BC-8334-3A742FC3B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B753086-1B15-FC7E-68AA-E97AFACAC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9F23AF-C475-4622-2A48-921BFE4B4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21EC0-F9B2-4C9A-B635-D32359F0F3C4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05C529-4C51-92B8-26A6-8E1A036BB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26CC04-158B-CBB7-E3C0-08E58EA2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8BCAD-B318-4CF9-A5F0-06E6B0521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1268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B0CA98-3768-C53A-993A-B61FE6994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8C41D0-8E11-E725-281C-74030F96E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3B8E05-EFE6-93B0-E3FF-8E5E8D6F0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21EC0-F9B2-4C9A-B635-D32359F0F3C4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5860F4-E50E-CCC0-D744-059285498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B44FCE-375C-E913-119F-448A12E40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8BCAD-B318-4CF9-A5F0-06E6B0521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592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70978A-3D7A-CDD5-F1C1-FD94D2982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CD7E2C-1709-5802-072E-82630E450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132DEC-F1AB-DFD5-CE43-D3CCC42F0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21EC0-F9B2-4C9A-B635-D32359F0F3C4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949E55-C4C1-94EA-0B76-EAD8581AD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1C3EA9-79CC-A8C2-DAC4-0E22A325B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8BCAD-B318-4CF9-A5F0-06E6B0521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181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7A46D3-9F19-F53F-32FE-A4254AF29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55D61E-9090-DCDD-4F47-8F63165155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ACDD719-4E31-797A-16BF-E16CCC9F3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93E1DE9-1959-02F9-1CAA-514989104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21EC0-F9B2-4C9A-B635-D32359F0F3C4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A492D12-DAE0-2FC0-F112-F41C622B6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ACECD4-676C-67FC-0E82-DB0DDE7DB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8BCAD-B318-4CF9-A5F0-06E6B0521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6610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BAD462-F8C0-DA9E-D03D-8ED542D7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4EFB26-88F1-2BCC-9192-EE8182E90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1961153-00B7-3E99-F8B4-B52CFEF4D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E2C8ABC-D235-E941-60FC-D6FDB05D64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8BB41DB-1C13-B43A-717C-ED9C825189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0F60914-D9F0-B66B-7407-7BCD3AADB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21EC0-F9B2-4C9A-B635-D32359F0F3C4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6FC20A1-03F9-CB27-20F9-D10ED710F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BAA9920-A500-F420-FFD6-0996A5D37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8BCAD-B318-4CF9-A5F0-06E6B0521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47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F17B5E-C5BB-F72B-2C10-25D40BF3C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6CA87E4-6B9E-6A9B-76DB-265A37311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21EC0-F9B2-4C9A-B635-D32359F0F3C4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F0509A3-BC80-1FD7-6D0A-5B0919752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3ED5E52-6997-B6B6-BAA4-FD01944F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8BCAD-B318-4CF9-A5F0-06E6B0521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02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0659A15-5729-1E05-B35D-4213D4A6C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21EC0-F9B2-4C9A-B635-D32359F0F3C4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4F5C88E-2C57-1682-3A0F-43B42A569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BD3B75-E674-1D88-6F10-F83C23E80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8BCAD-B318-4CF9-A5F0-06E6B0521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3143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93DAF3-00CB-D02D-991F-CB004B2C8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DA090D-009E-FBED-7EFE-807AFE25B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3BAC99-CB65-69DA-8CA5-AD3F0CBF53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6AA172-04EE-9E27-5E33-F837114CE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21EC0-F9B2-4C9A-B635-D32359F0F3C4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EA4AC50-474A-5D3F-B2A8-C980179F8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1045044-85C5-76BB-60DC-425855985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8BCAD-B318-4CF9-A5F0-06E6B0521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271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D1CDF6-A525-8967-075A-762313FC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183E577-A262-51F0-BFCA-3F97BD94C4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8A0F46-9B5F-7BDC-C157-0ADBBA05B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8DFC50-5D92-E789-606E-9F823AF19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21EC0-F9B2-4C9A-B635-D32359F0F3C4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AEBC9E-FEF2-DAD3-A3B3-3369C8CC7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6A2AE72-EC0C-FE94-AF42-B0B27FB1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8BCAD-B318-4CF9-A5F0-06E6B0521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5894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6FEAC1-C866-B0B3-BDD3-518976BB5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4FB0C05-C91F-AC6A-8D8C-0F503B32E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69FE42-5419-6A2F-50E8-1DEA47617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21EC0-F9B2-4C9A-B635-D32359F0F3C4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9532F3-B658-008D-DBCA-6C89CC9F1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012028-97BC-FCB4-19E9-F263F36A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8BCAD-B318-4CF9-A5F0-06E6B0521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7480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ABC3348-C366-CC32-5879-59113B77D7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E5B1B3C-1F50-F190-AEA1-A4F2EEDB2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97F556-C1B5-5ABF-B41B-6B479718B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21EC0-F9B2-4C9A-B635-D32359F0F3C4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3959FE-03CD-6710-6BF1-954E34225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4E157E-9ED8-83F6-20CE-6CF7D50B2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8BCAD-B318-4CF9-A5F0-06E6B0521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9577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72FC29-597B-F1A6-88FB-869E1F857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26379C-C471-4929-8411-2FF331DB5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B836BB-1945-D87F-7868-B10DC6AC1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21EC0-F9B2-4C9A-B635-D32359F0F3C4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E059DA-067B-C247-4A9D-E37CAAADF0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CA6722-259F-8D22-8C42-6E741A30C2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8BCAD-B318-4CF9-A5F0-06E6B0521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43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F7236C-3385-872D-C43E-8142DB7AF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888" y="221258"/>
            <a:ext cx="1248224" cy="606940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5D0B9E2-4C21-4DFC-DC80-C4EC73299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088" y="442050"/>
            <a:ext cx="6705600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92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F23D6CF-ED26-6E76-062B-CEA7A9723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682" y="645303"/>
            <a:ext cx="3400425" cy="34194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9A3EAC-2763-1945-8630-1D9EB04EF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793" y="571660"/>
            <a:ext cx="4200525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979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2DC7EC4-A67E-A6EA-723E-DE27A97BD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35" y="654668"/>
            <a:ext cx="4286250" cy="38671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193160-5561-1039-C4AA-01D3264B3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056" y="312758"/>
            <a:ext cx="4676775" cy="60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015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7E27006-A8A0-437A-16B4-0605C2BC8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352425"/>
            <a:ext cx="10553700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271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F1B6D51-9B4D-CADC-4EA3-43D487965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701" y="-42958"/>
            <a:ext cx="63915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0575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Широкоэкранный</PresentationFormat>
  <Paragraphs>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Star Lex</dc:creator>
  <cp:lastModifiedBy>Star Lex</cp:lastModifiedBy>
  <cp:revision>1</cp:revision>
  <dcterms:created xsi:type="dcterms:W3CDTF">2025-12-06T06:14:13Z</dcterms:created>
  <dcterms:modified xsi:type="dcterms:W3CDTF">2025-12-06T06:22:52Z</dcterms:modified>
</cp:coreProperties>
</file>